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Chosen to keep wiring light; team to confirm with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Atlas Rover — Preliminary Design Review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Date: 3 March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Presenter: Drive &amp; Power team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Power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Decision: main bus runs at 12 V from a 3S pack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Motor driver MD-300 selected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Peak bus current budgeted at 10 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Communications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Decision: CAN bus at 1 Mbit/s between controllers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Wi-Fi 5 GHz for telemetry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Enclosure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Decision: enclosure rated IP65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Aluminium housing, 2.1 kg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Open assumptions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Assume 6 hours of runtime on one charge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No battery discharge testing completed yet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2026-10-16T21:52:00Z</dcterms:created>
  <dcterms:modified xsi:type="dcterms:W3CDTF">2026-10-16T21:52:00Z</dcterms:modified>
</cp:coreProperties>
</file>